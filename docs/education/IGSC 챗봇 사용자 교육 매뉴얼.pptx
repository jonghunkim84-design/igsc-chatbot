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3152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IGSC 인증 문의 챗봇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사용자 교육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운영 담당자(관리자)용 · 기준일 2026-10-04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챗봇 igsc-chatbot.vercel.app/chat · 관리자 igsc-chatbot.vercel.app/admin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교육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38327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 계정을 받는 운영 담당자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(관리자 최대 3명)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준비물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76272"/>
            <a:ext cx="338327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관리자로 등록된 이메일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컴퓨터와 인터넷 브라우저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(로그인 메일의 링크는 로그인을 요청한 같은 브라우저에서 열기)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소요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76272"/>
            <a:ext cx="3383279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약 2시간 30분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(실습 포함)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교육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789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챗봇이 어떤 규칙으로 답하는지 설명할 수 있다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FAQ를 만들고, 확인하고, 승인할 수 있다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챗봇이 답하지 못한 질문을 처리하고, 파일에서 FAQ 초안을 만들어 확인할 수 있다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매일·매주·매달 해야 할 일을 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진행 순서 (예시)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698479" cy="37909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98623"/>
                <a:gridCol w="7378262"/>
                <a:gridCol w="1721594"/>
              </a:tblGrid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무엇이고 어떤 규칙으로 답하는지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고객이 보는 챗봇 화면 시연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화면 로그인과 메뉴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업무 따라 하기 (FAQ 만들기 · 미답변 처리 · 문서로 초안 만들기 · 재검토) + 실습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FAQ를 잘 쓰는 방법과 승인 전 체크리스트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루틴과 운영 상태 화면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 · 질의응답 · 문제가 생겼을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7·8장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42415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교육 중 주의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— 지금은 승인된 FAQ가 한 건도 없습니다(0건). 실습에서 </a:t>
            </a: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승인한 FAQ는 실제 챗봇에 바로 나갑니다.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
실습 FAQ는 질문 앞에 [실습]을 붙이고, 끝나면 꼭 초안으로 되돌리거나 삭제하세요.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처음 보시는 분을 위한 용어 풀이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20" cy="312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74520"/>
                <a:gridCol w="9372600"/>
              </a:tblGrid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쉬운 설명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"자주 묻는 질문"과 미리 정해 둔 "답변"을 한 쌍으로 묶은 것.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챗봇은 FAQ에 있는 내용으로만 답합니다.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/ 승인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작성·확인 중이라 고객에게 보이지 않는 상태.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사람이 확인을 마쳐서 챗봇이 쓰기 시작하는 상태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표현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질문을 사람마다 다르게 말하는 것을 모아 둔 것. 예) "비건 인증 비용은?" = "비건인증 얼마"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이관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답하지 않고 "담당자가 확인해 드립니다"라고 안내하며 사람에게 넘기는 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미답변 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답하지 못해 담당자에게 넘긴 질문 목록.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FAQ를 만드는 출발점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 필요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답변을 아직 정하지 못해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비워 둔 FAQ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승인할 수 없고 챗봇도 쓰지 않음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보관함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안내서 같은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파일을 올려 두는 곳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파일에서 FAQ 초안을 자동으로 만들 수 있음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챗봇이 일하는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챗봇의 규칙과 질문이 처리되는 과정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무엇인가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고객이 홈페이지 챗봇에 인증에 대해 물어보면(가능 여부, 비용, 기간, 절차, 서류 등), 사람이 미리 확인해 승인한 </a:t>
            </a: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FAQ의 내용만</a:t>
            </a:r>
            <a:r>
              <a:rPr sz="19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가지고 답합니다. FAQ에 없거나 답하면 안 되는 질문은 </a:t>
            </a:r>
            <a:r>
              <a:rPr sz="19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억지로 답하지 않고 담당자에게 연결</a:t>
            </a:r>
            <a:r>
              <a:rPr sz="195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합니다. (챗봇이 지어내서 답하는 일을 막기 위한 구조입니다.)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챗봇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64992"/>
            <a:ext cx="3383279" cy="2304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홈페이지 오른쪽 아래 둥근 버튼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고객의 질문에 답합니다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사용하는 사람: 고객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81635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관리자 화면 (/admin)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64992"/>
            <a:ext cx="3383279" cy="2304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 만들기·승인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미답변 질문 처리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문서 올리기·초안 만들기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대화 기록·통계 보기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사용하는 사람: 운영 담당자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81635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데이터 저장소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364992"/>
            <a:ext cx="3383279" cy="2304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FAQ, 대화 기록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문서 파일 등을 안전하게 보관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(시스템이 알아서 관리)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챗봇이 반드시 지키는 5가지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① 승인된 FAQ로만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192023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맞는 FAQ가 없으면 답을 지어내지 않고 담당자에게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② 컨설팅은 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192023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"어떻게 하면 통과하나요?"에는 방법을 알려 주지 않음. 인증기관이 코치하면 심사가 공정하지 않기 때문(ISO 17065)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9" y="16459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39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③ 비용·기간은 확정값만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2267712"/>
            <a:ext cx="192023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추측하지 않고, 항상 "참고용이며 담당자 검토 후 확정" 문구를 붙임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79" y="16459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④ 인증 가능 여부는 확답하지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267712"/>
            <a:ext cx="192023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비슷한 제품의 인증 사례만 참고로 보여 주고, 최종 판단은 담당자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59" y="1645920"/>
            <a:ext cx="2103120" cy="31089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9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⑤ 모든 대화를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9" y="2267712"/>
            <a:ext cx="192023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답하지 못한 질문은 관리자에게 모임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107899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 규칙들은 사람이 신경 써서 지키는 것이 아니라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시스템이 스스로 지킵니다.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운영자는 FAQ를 잘 만드는 데 집중하면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운영의 핵심: 질문이 FAQ가 되는 순환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574036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01952"/>
            <a:ext cx="20253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고객이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48259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챗봇이 승인된 FAQ로 답변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50108" y="2816352"/>
            <a:ext cx="201168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8708" y="1828800"/>
            <a:ext cx="2574036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88436" y="193852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1628" y="1901952"/>
            <a:ext cx="20253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답하지 못함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7" y="2468880"/>
            <a:ext cx="248259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미답변 질문 목록에 쌓임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816352"/>
            <a:ext cx="201168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5" y="1828800"/>
            <a:ext cx="2574036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18503" y="193852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5" y="1901952"/>
            <a:ext cx="20253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관리자가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468880"/>
            <a:ext cx="248259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FAQ로 만들고 승인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10243" y="2816352"/>
            <a:ext cx="201168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8844" y="1828800"/>
            <a:ext cx="2574036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8572" y="193852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1764" y="1901952"/>
            <a:ext cx="20253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바로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4564" y="2468880"/>
            <a:ext cx="248259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다음 고객부터는 바로 답변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1078991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챗봇이 똑똑해지는 방법 = 승인된 FAQ를 늘리고 다듬는 것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운영 담당자의 일은 이 순환을 꾸준히 돌리는 것입니다.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질문 하나가 처리되는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029967" cy="2743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1938527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질문 종류 구분: 인증 문의 / 컨설팅 / 불만 / 관계없는 질문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39" y="299923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737360"/>
            <a:ext cx="2029967" cy="2743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16936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갈림길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7" y="2377439"/>
            <a:ext cx="1938527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컨설팅·불만·관계없는 질문은 정해 둔 안내 문구로 끝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64607" y="299923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5" y="1737360"/>
            <a:ext cx="2029967" cy="2743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75503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5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FAQ 고르기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5" y="2377439"/>
            <a:ext cx="1938527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승인된 FAQ 중 관련된 것을 최대 5개 + 모든 인증에 해당하는 공통 FAQ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5" y="299923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24344" y="1737360"/>
            <a:ext cx="2029967" cy="2743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답변 쓰기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377439"/>
            <a:ext cx="1938527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고른 FAQ 내용만으로 답변. 출처 링크는 자동으로 붙음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81744" y="299923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82911" y="1737360"/>
            <a:ext cx="2029967" cy="2743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39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377439"/>
            <a:ext cx="1938527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대화 기록에 남기고, 답 못한 질문은 미답변 목록에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892040"/>
            <a:ext cx="107899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컨설팅·불만·관계없는 질문은 AI가 새로 답을 만들지 않고,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미리 정해 둔 안내 문구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만 나갑니다.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처리 결과 7가지와 운영자가 할 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7118" cy="41084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41938"/>
                <a:gridCol w="3076135"/>
                <a:gridCol w="3268393"/>
                <a:gridCol w="3460652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결과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경우인가요?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고객에게 나가는 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운영자가 할 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완료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FAQ로 답함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+ 출처 링크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가끔 정확성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부분 안내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중 일부만 FAQ로 답할 수 있음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답할 수 있는 부분까지 답하고 나머지는 "담당자가 확인"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미답변 질문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에서 빠진 부분을 FAQ로 추가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이관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맞는 FAQ 없음 / 보완 필요 FAQ / 시스템 오류 / 외국어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"담당자 확인이 필요합니다" + 연락처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미답변 질문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에서 FAQ로 만들기 (가장 중요)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종류 되묻기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인증인지 알 수 없음 (예: "얼마나 걸려요?")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"어떤 인증인가요?" + 선택 버튼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(고객이 버튼을 누르면 이어짐)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컨설팅 차단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통과하는 방법, 기준 맞추는 법을 물음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공평성 안내 + 외부 컨설팅 기관 안내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없음. 이런 질문에 답하는 FAQ는 </a:t>
                      </a:r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만들지 않기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불만 접수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불만·이의제기·항의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방법 + 연락처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담당자가 직접 대응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밖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인증과 관계없는 질문 (날씨, 잡담 등)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"인증 문의 전용 챗봇" 안내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시스템이 알아서 붙여 주는 문구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79" cy="2476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722442"/>
                <a:gridCol w="4976037"/>
              </a:tblGrid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자동으로 붙는 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언제 붙나요?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 링크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FAQ에 출처 URL이 있을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"비용·기간은 참고용이며 담당자 검토 후 확정됩니다"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비용·기간 FAQ로 답할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"인증 가능 여부는 담당자가 검토한 뒤 확정됩니다"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제품의 인증 가능 여부를 물을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비슷한 제품의 인증 사례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 여부를 물었고, 공개에 동의한 사례가 있을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4241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이런 문구는 FAQ 답변에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직접 쓰지 않아도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1. 챗봇이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'초안'과 '승인' — 가장 중요한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승인된 FAQ만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챗봇이 사용합니다.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초안은 고객에게 절대 보이지 않는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작업 공간입니다.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승인은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사람이 직접 버튼을 눌러야만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됩니다. 파일에서 자동으로 만든 초안도 예외가 없습니다.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저장하면 챗봇 답변에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바로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반영됩니다. (기다리거나 따로 배포할 필요 없음)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누가 언제 승인했는지 이메일과 시각이 기록됩니다. (FAQ 목록의 '승인자' 칸)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'보완 필요'(담당자 입력 필요)</a:t>
            </a:r>
            <a:r>
              <a:rPr sz="20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답변이 아직 정해지지 않아 비워 둔 FAQ. 답변을 채우고 표시를 해제해야 승인할 수 있고, 그 전에는 챗봇이 쓰지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고객이 보는 챗봇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챗봇은 고객에게 이렇게 보입니다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2. 고객이 보는 챗봇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 사용법과 좋은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시작하기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21208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홈페이지 오른쪽 아래 동그란 버튼 클릭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추천 질문 버튼을 누르거나, 질문을 쓰고 '전송'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PC는 작은 대화창, 스마트폰은 전체 화면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2763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입력 규칙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176272"/>
            <a:ext cx="521208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인증 이름을 함께 쓰면 가장 정확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한 번에 하나의 질문, 500자 이내, 한국어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연락처 같은 개인정보는 입력하지 않도록 안내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069080"/>
          <a:ext cx="11064240" cy="126682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532120"/>
                <a:gridCol w="5532120"/>
              </a:tblGrid>
              <a:tr h="42227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좋은 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아쉬운 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비건 인증 비용이 얼마인가요?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얼마예요?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2227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식품 비건 인증은 어떤 원칙으로 심사하나요?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심사는 어떻게 해요?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인증 이름이 없으면 "어떤 인증에 대한 문의이신가요?"라고 되묻고, 버튼을 누르면 이어서 답합니다.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2. 고객이 보는 챗봇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시연 순서 (강사용)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029967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비용을 묻는다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19385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안내 문구가 붙는 것 확인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39" y="281635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737360"/>
            <a:ext cx="2029967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16936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컨설팅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7" y="2377439"/>
            <a:ext cx="19385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"어떻게 하면 통과하나요?" → 정중한 거절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64607" y="281635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5" y="1737360"/>
            <a:ext cx="2029967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75503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5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모호한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5" y="2377439"/>
            <a:ext cx="19385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"얼마나 걸려요?" → 어떤 인증인지 되묻기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5" y="281635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24344" y="1737360"/>
            <a:ext cx="2029967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관계없는 질문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377439"/>
            <a:ext cx="19385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→ "인증 문의 전용" 안내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81744" y="2816352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82911" y="1737360"/>
            <a:ext cx="2029967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39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181051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불만을 말한다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377439"/>
            <a:ext cx="1938527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→ 담당자 연결 안내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17720"/>
            <a:ext cx="10789919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같은 사람이 짧은 시간에 질문을 너무 많이 보내면 "잠시 후 다시 시도해 주세요"가 나옵니다.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(사용량과 AI 비용이 갑자기 늘어나는 것을 막는 장치: 한 사람당 1분에 15번, 1시간에 120번까지)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관리자 화면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로그인과 메뉴 둘러보기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3. 관리자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로그인 (비밀번호 없이 이메일로)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444239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335279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브라우저에서 /admin 주소로 들어가 등록된 이메일 입력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0312" y="2724911"/>
            <a:ext cx="31089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8639" y="1737360"/>
            <a:ext cx="3444239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8367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1559" y="181051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링크 받기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59" y="2377439"/>
            <a:ext cx="335279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'로그인 링크 받기' 버튼 클릭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30311" y="2724911"/>
            <a:ext cx="31089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8639" y="1737360"/>
            <a:ext cx="3444239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8367" y="18470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560" y="181051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메일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4359" y="2377439"/>
            <a:ext cx="335279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받은 메일의 링크를 요청한 같은 브라우저에서 클릭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789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등록되지 않은 이메일은 메일이 오지 않습니다 (화면에는 똑같은 안내가 나옵니다)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메일이 안 오면 스팸함을 확인하세요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보안을 위해 로그인 요청을 짧은 시간에 반복하면 잠시 막힙니다 (1시간에 5번)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3. 관리자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 위쪽 메뉴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64239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9473"/>
                <a:gridCol w="8664766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여기서 하는 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대시보드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오늘·이번 주 문의 수, 답변 성공률, 많이 묻는 질문 Top 10, 처리할 미답변 질문 수를 한눈에 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 찾기, 새로 만들기, 고치기, 여러 건 한꺼번에 승인·삭제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미답변 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답하지 못한 질문을 FAQ로 만들거나 '처리 완료'로 표시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로그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고객과 챗봇의 대화를 날짜·처리 결과별로 다시 보기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보관함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올리기, 파일에서 FAQ 초안 만들기, 초안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종류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이름(비건, 유기농 등) 추가·수정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상태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지금 정상적으로 일하는지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업무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FAQ 만들기 · 미답변 처리 · 문서로 초안 만들기 · 재검토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 새로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39495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입력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394959" cy="376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질문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고객이 물어볼 법한 문장 (예: 비건 인증 비용은 얼마인가요?)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다른 표현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같은 질문을 다르게 말하는 문장, 한 줄에 하나씩 (예: 비건인증 얼마)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답변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확정된 내용만 쓰기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인증 종류, 카테고리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절차 / 비용 / 기간 / 서류 / 대상·범위 / 갱신 중 선택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출처 URL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근거 홈페이지 주소. 고객에게 '출처' 링크로 보임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2834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5120640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위쪽 메뉴 FAQ →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+ FAQ 등록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상태를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저장하면 챗봇이 바로 사용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더 다듬을 게 있으면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저장해 두기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7200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질문을 쓰는 중에 </a:t>
            </a: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"비슷한 FAQ가 있습니다"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경고가 뜰 수 있습니다. 같은 내용이면 새로 만들지 말고 기존 FAQ를 고치세요. (경고일 뿐 저장은 막지 않습니다)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 고치기 · 챗봇에서 내리기 · 삭제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33832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목록 위쪽 검색칸으로 찾기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질문 클릭 → 고치기 →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저장하면 챗봇에 바로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챗봇에서 내리기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76272"/>
            <a:ext cx="33832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상태를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바꿔 저장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지우는 것이 아니라 잠시 내리는 것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다시 승인하면 바로 돌아옴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276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삭제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76272"/>
            <a:ext cx="3383279" cy="3218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 상태만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삭제 가능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수정 화면 아래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삭제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버튼 (확인 창이 한 번 뜸)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승인된 FAQ는 삭제되지 않음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삭제하면 되돌릴 수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69280"/>
            <a:ext cx="1078991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챗봇에서 내리고 싶을 때는 삭제보다 </a:t>
            </a: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초안으로 바꾸기</a:t>
            </a: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가 안전합니다.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여러 건을 한꺼번에 승인·삭제하기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444239" cy="2103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907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고르기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35279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각 FAQ 왼쪽 체크 칸 클릭 (맨 위 체크 칸 = 현재 페이지 전체)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0312" y="2587752"/>
            <a:ext cx="31089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8639" y="1645920"/>
            <a:ext cx="3444239" cy="2103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836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1559" y="171907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버튼 누르기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59" y="2286000"/>
            <a:ext cx="335279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목록 아래 </a:t>
            </a: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선택 항목 승인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또는 </a:t>
            </a: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선택 항목 삭제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30311" y="2587752"/>
            <a:ext cx="31089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68639" y="1645920"/>
            <a:ext cx="3444239" cy="2103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836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1560" y="1719072"/>
            <a:ext cx="28955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4359" y="2286000"/>
            <a:ext cx="3352799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처리한 건수와 건너뛴 건수가 화면에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789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답변이 비어 있거나 '보완 필요'가 켜진 항목은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자동으로 건너뜁니다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삭제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초안만 삭제됩니다. 승인된 FAQ가 섞여 있으면 건너뜁니다 (확인 창에 선택한 건수가 표시됨)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승인하면 FAQ 목록의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승인자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칸에 내 이메일이 남습니다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미답변 질문 처리 — 매일 하는 일 (가장 중요)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미답변 질문 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6887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위쪽 메뉴 또는 대시보드의 '미처리 미답변 질문' 숫자 클릭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6391" y="263347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79" y="16459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직접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286000"/>
            <a:ext cx="246887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 질문이 미리 채워진 FAQ 등록 화면이 열림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1032" y="263347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19" y="16459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39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채우고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286000"/>
            <a:ext cx="246887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답변·인증 종류·카테고리를 쓰고 저장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05671" y="263347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59" y="1645920"/>
            <a:ext cx="2560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228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자동 처리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86000"/>
            <a:ext cx="2468879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그 미답변 질문이 '처리 완료'로 바뀜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10789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부분 안내</a:t>
            </a: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표시: 챗봇이 일부만 답하고 나머지를 담당자에게 넘긴 질문 → 빠진 부분을 FAQ로 채워 주세요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인증을 되물어 고객이 고른 경우는 "인증 절차가 어떻게 되나요? / 환경성적표지(EPD)"처럼 처음 질문과 고른 인증이 함께 기록됩니다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FAQ가 필요 없는 질문(잡담 등)은 </a:t>
            </a: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처리 완료</a:t>
            </a: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버튼만 누르세요. 실수했다면 '처리 완료' 탭에서 미처리로 되돌릴 수 있습니다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파일에서 FAQ 초안 만들기: 전체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029967" cy="1828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907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파일 올리기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93852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문서 보관함에서 업로드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39" y="2450591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645920"/>
            <a:ext cx="2029967" cy="1828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16936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1907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글자 읽어오기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7" y="2286000"/>
            <a:ext cx="193852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자동. '추출 완료'가 되면 OK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64607" y="2450591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5" y="1645920"/>
            <a:ext cx="2029967" cy="1828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75503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5" y="171907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5" y="2286000"/>
            <a:ext cx="193852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파일에서 근거를 찾아 초안 작성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5" y="2450591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24344" y="1645920"/>
            <a:ext cx="2029967" cy="1828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34071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171907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사람이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2286000"/>
            <a:ext cx="193852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원문과 비교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81744" y="2450591"/>
            <a:ext cx="17373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82911" y="1645920"/>
            <a:ext cx="2029967" cy="1828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39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1719072"/>
            <a:ext cx="14813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286000"/>
            <a:ext cx="1938527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사람이 버튼 클릭 → 챗봇에 반영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749039"/>
            <a:ext cx="107899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파일은 답변의 근거가 아닙니다.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챗봇은 파일을 직접 읽지 않고 승인된 FAQ로만 답합니다. 파일은 초안을 쓰는 재료입니다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만들어진 초안은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항상 '초안'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상태이고, 승인 전에는 고객에게 보이지 않습니다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파일에 근거가 없으면 답을 지어내지 않고, 답변이 빈 '보완 필요' 초안으로 남습니다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숫자(비용·기간)와 근거 문장은 원문과 </a:t>
            </a: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글자 그대로 비교</a:t>
            </a: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해서, 다르면 자동으로 버립니다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컨설팅에 해당하는 내용은 초안으로 만들지 않습니다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 올리기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7120" cy="368617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8915400"/>
              </a:tblGrid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올리기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번에 최대 20개, 파일 하나당 20MB.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종류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를 함께 선택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 / 비용·수수료 / 양식 / 규정·정책 중 선택.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'기타(초안 제외)'를 고르면 초안 재료로 쓰이지 않음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내부 설명서 같은 자료는 올리지 않기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종류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PDF, 워드(DOCX), 엑셀(XLSX), 파워포인트(PPTX), CSV, TXT, MD.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한글(HWP)은 불가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PDF로 저장해서 올리기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스캔한 PDF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사진이라 글자를 읽을 수 없어 '추출 실패'. 글자가 있는 원본(워드, 파워포인트 등)으로 다시 올리기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파일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내용이 똑같은 파일은 올릴 수 없음. 이름만 같고 내용이 다르면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개정판으로 올리기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(기본) / 별도 문서 / 취소 중 선택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형식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설명 글은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 자료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(기본), 질문·답이 정리된 Q&amp;A 파일은 </a:t>
                      </a:r>
                      <a:r>
                        <a:rPr sz="15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질문·답변 자료</a:t>
                      </a:r>
                      <a:r>
                        <a:rPr sz="15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Q&amp;A 자료는 원문을 그대로 가져오며 '형식 확인'에서 미리보기 3건을 보고 진행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초안 만들기와 확인하기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212080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해당 파일 줄의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FAQ 초안 만들기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클릭 (여러 파일은 체크 후 맨 위 버튼)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시간이 걸리며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조각 n/m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진행 상황 표시. 화면을 닫으면 멈추지만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이어서 진행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계속 가능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 하나에서 최대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50건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끝나면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초안 N건 생성 · 탈락 M건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— '탈락 목록 보기'에서 이유 확인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자동 탈락: 근거가 원문에 없음, 숫자가 다름, 컨설팅, 다른 기관 안내, 이미 있는 FAQ와 같음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27632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확인하기 (파일 줄의 '검수하기' 버튼)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76272"/>
            <a:ext cx="5303520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카드에서 질문·답변을 바로 고칠 수 있음.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원문 보기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를 펼치면 근거 문장이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노란색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으로 표시되니 원문과 비교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인증 종류·카테고리도 카드마다 바꿀 수 있음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(고친 내용 저장 + 승인, 바로 반영) /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보류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(초안으로 남김) /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삭제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(초안만)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화면 아래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일괄·전체 승인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(확인 창이 한 번 뜸). 키보드: ↑↓ 이동, A 승인, S 보류, D 삭제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꼭 확인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숫자(비용·기간), 대상과 조건, 원문에 없는 문장이 섞이지 않았는지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 내용이 바뀌었을 때 (재검토)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개정판 올리기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688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문서 보관함에서 해당 파일의 '개정판 올리기'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36391" y="272491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79" y="16459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재검토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286000"/>
            <a:ext cx="24688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이전 파일로 만든 승인 FAQ에 '재검토 필요'가 자동으로 붙음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1032" y="272491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19" y="16459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39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286000"/>
            <a:ext cx="24688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'새 문서로 초안 다시 만들기' → 기존 답변과 새 초안이 나란히 보임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05671" y="2724912"/>
            <a:ext cx="219456" cy="219456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59" y="164592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2287" y="175564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719072"/>
            <a:ext cx="20116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286000"/>
            <a:ext cx="24688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새 초안이 맞으면 채워서 저장 / 바꿀 게 없으면 '변경 없음'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107899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재검토하는 동안에도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기존 답변은 계속 고객에게 나갑니다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(서비스가 끊기지 않음)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대시보드의 '재검토 필요 N건' 카드, FAQ 목록의 '재검토 필요만' 체크로 모아서 볼 수 있습니다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파일을 삭제한 경우에도 같은 표시가 붙습니다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4. 핵심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인증 종류 추가 · 대시보드와 대화 로그 읽기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새 인증 종류 추가 (인증 종류 메뉴)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212080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코드(영문 소문자·숫자·하이픈.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한 번 만들면 바꿀 수 없음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), 한글 이름, 영문 이름, 분류, 정렬 순서를 쓰고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추가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파일 올리기·FAQ 등록 화면의 선택 목록에 바로 나타남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숨겨도(비활성화) 기존 FAQ·문서는 그대로, 새로 등록할 때 선택 목록에서만 빠짐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공통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은 모든 인증에 해당하는 특별 항목이라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고정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이며 바꿀 수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27632"/>
            <a:ext cx="5303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대시보드·대화 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76272"/>
            <a:ext cx="5303520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답변 성공률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= 답변 완료 ÷ (답변 완료 + 담당자 이관). '챗봇이 답했어야 하는 질문 중 실제로 답한 비율'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많이 묻는 질문 Top 10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최근 30일간 가장 많이 들어온 질문. '담당자 이관'이 많은 질문이 </a:t>
            </a: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FAQ로 만들 1순위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대화 로그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: 대화를 펼치면 챗봇이 한 말과 근거 FAQ가 보임. 답이 이상하면 근거 FAQ를 열어 고치기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불만 접수</a:t>
            </a: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대화는 담당자가 직접 읽고 대응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FAQ를 잘 쓰는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챗봇의 답변 품질은 FAQ에 달려 있습니다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5. FAQ를 잘 쓰는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 쓰기 5가지 요령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① 하나에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19202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 하나에는 질문 하나만. 여러 질문을 섞으면 챗봇이 헷갈림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② 인증 이름 넣기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19202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이름이 같은 인증은 식품 비건 / 화장품 비건처럼 분야까지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③ 확정된 사실만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67712"/>
            <a:ext cx="19202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비용·기간은 확정값 + 기준일 + 달라지는 조건. 모르면 비워 두기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64592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④ 다른 표현 충분히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267712"/>
            <a:ext cx="19202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대화 로그에서 고객이 실제로 쓴 말을 그대로 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21031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719072"/>
            <a:ext cx="19202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⑤ 출처 주소 넣기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67712"/>
            <a:ext cx="19202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고객이 원문을 직접 확인할 수 있어 신뢰도가 올라감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5. FAQ를 잘 쓰는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좋은 FAQ와 고쳐야 할 FAQ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08760"/>
          <a:ext cx="11064239" cy="147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80605"/>
                <a:gridCol w="4741817"/>
                <a:gridCol w="4741817"/>
              </a:tblGrid>
              <a:tr h="406400"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좋은 FAQ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고치면 좋은 FAQ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식품 비건(Vegan) 인증의 원칙은 무엇인가요?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비건 관련 (너무 넓어서 무엇을 묻는지 알 수 없음)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동물 및 동물 유래 성분 금지, 동물 실험 금지, 교차 오염 금지의 세 가지 원칙입니다.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보통 3~4주 걸립니다 (근거 없는 짐작)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10789919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FAQ에 넣으면 안 되는 것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컨설팅 내용 (통과하는 방법, 기준 맞추는 법, 준비·개선 조언)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짐작이나 일반 상식 ("보통", "대략", "일반적으로" 같은 표현)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개인정보, 다른 기관의 정보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5. FAQ를 잘 쓰는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승인 버튼 누르기 전 체크리스트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89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☐  질문이 하나의 주제이고, 어떤 인증인지 드러난다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☐  답변의 모든 내용이 공식 자료 또는 담당자가 확정한 값과 같다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☐  비용·기간이면 기준일과 달라지는 조건을 적었다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☐  컨설팅처럼 읽히는 표현이 없다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• ☐  출처 주소와 '다른 표현'이 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1042415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FAQ가 많아질수록 챗봇이 FAQ를 고르는 시간이 조금 늘고 AI 비용이 늘어납니다. 수백 건에서도 문제없이 동작하는 것을 확인했습니다. 승인 FAQ가 약 500건을 넘으면 응답 속도와 비용을 점검해야 하니 개발사에 문의하세요.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루틴과 운영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언제 무엇을 할까요?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6. 운영 루틴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운영 루틴: 언제 무엇을 할까요?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7118" cy="3962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81812"/>
                <a:gridCol w="8409061"/>
                <a:gridCol w="1156245"/>
              </a:tblGrid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 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걸리는 시간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대시보드에서 '미처리 미답변 질문'을 확인하고 FAQ로 만들거나 '처리 완료' 표시. 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불만 접수</a:t>
                      </a:r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대화가 있는지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파일이 바뀔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개정판 올리기 → '재검토 필요' 확인 → 각 FAQ를 새 파일과 비교해 고치거나 '변경 없음' 처리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그때그때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많이 묻는 질문 Top 10을 보고 담당자 이관이 많은 질문을 FAQ로 만들기. 답변 성공률이 오르는지 보기. '답변 완료' 몇 건을 골라 정확한지 확인. 고객이 쓴 말을 '다른 표현'에 추가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오래되거나 중복된 FAQ 정리(초안으로 내리기). 출처 링크가 살아 있는지 확인. 대화 기록에 개인정보가 없는지 점검. 관리자 목록에서 퇴사자 빼기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1시간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제도·비용·기간이 바뀔 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FAQ를 바로 고치고 저장(즉시 반영). 옛 내용으로 답한 대화가 없는지 대화 로그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그때그때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6. 운영 루틴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운영 상태 화면: 챗봇이 건강한지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위쪽 메뉴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운영 상태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를 열 때마다 시스템이 </a:t>
            </a: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데이터 저장소와 AI에 실제로 연결</a:t>
            </a:r>
            <a:r>
              <a:rPr sz="18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해 보고, 최근 1시간 오류·오늘 받은 질문 수·승인된 FAQ 수·처리 대기 중인 미답변 질문 수를 보여 줍니다.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정상 (초록)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3383279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문제가 없습니다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688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420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주의 (노랑)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90672"/>
            <a:ext cx="3383279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승인된 FAQ가 0건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오늘 질문 수가 하루 상한의 80%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미답변 질문 30건 이상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542032"/>
            <a:ext cx="3383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긴급 (빨강)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90672"/>
            <a:ext cx="3383279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AI 연결 실패 (AI 사용 크레딧이 떨어졌거나 키 문제)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데이터 저장소 연결 실패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오류가 갑자기 많음 · 하루 상한 도달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1078991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'긴급'이 보이면 챗봇이 모든 질문을 "담당자 확인"으로 처리하고 있을 수 있습니다.</a:t>
            </a: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 바로 개발사에 알려 주세요.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하루 한 번(오전 9시) 자동 점검이 돌고, 문제가 있으면 관리자 이메일로 알림 메일이 갑니다. 스팸함에 들어가면 '스팸 아님'으로 표시해 두세요.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직접 해 보기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7.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실습 시나리오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19" cy="36639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72568"/>
                <a:gridCol w="5859844"/>
                <a:gridCol w="4914707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 볼 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것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[실습] FAQ를 초안으로 만들기 → 챗봇에 질문 → 승인 → 다시 질문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초안일 때는 답하지 않고, 승인하면 바로 답함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FAQ에 없는 질문하기 → 미답변 질문에 쌓였는지 보기 → 직접 등록으로 FAQ 만들기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저장하면 그 미답변이 자동으로 '처리 완료'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실습 FAQ를 초안으로 내리기 → 챗봇 확인 → 체크 칸으로 여러 건 삭제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FAQ는 삭제되지 않음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1개로 'FAQ 초안 만들기' → 검수하기 → 원문과 비교 → 1건 승인·1건 보류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승인한 사람의 이메일이 남음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'보완 필요'인 비용 FAQ를 열어 답변 쓰기 → 승인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'담당자 입력 필요'를 해제해야 승인됨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로그에서 방금 나눈 대화를 찾아 근거 FAQ로 이동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답이 이상하면 근거 FAQ를 고치면 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상태 화면 열어 보기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정상·주의·긴급의 의미 이해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80644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실습이 끝나면 [실습]이 붙은 FAQ를 모두 초안으로 되돌리거나 삭제합니다.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700" b="1">
                <a:solidFill>
                  <a:srgbClr val="99F6E4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문제가 생겼을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이럴 땐 이렇게 하세요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8. 문제가 생겼을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이럴 땐 이렇게 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19" cy="410845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69571"/>
                <a:gridCol w="7277548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이런 일이 생기면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이렇게 확인하세요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0F766E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FAQ를 저장했는데 챗봇이 예전 답을 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상태가 </a:t>
                      </a:r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인지, '담당자 입력 필요'가 꺼져 있는지 확인. 고객 말투가 FAQ와 많이 다르면 </a:t>
                      </a:r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표현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 추가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승인이 안 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답변이 비어 있거나 '담당자 입력 필요'가 켜져 있음 (이유가 화면에 표시됨)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엉뚱한 FAQ로 답함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로그에서 근거로 쓴 FAQ를 확인 → 질문을 더 구체적으로(인증 이름 포함) 고치거나 초안으로 내리기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비용·기간이 안 나옴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FAQ가 '보완 필요'(답변이 비어 있음) 상태. 확정된 값을 쓰고 승인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파일을 올렸는데 초안이 안 만들어짐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상태가 </a:t>
                      </a:r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추출 완료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인지, 분류가 '기타'가 아닌지 확인. 스캔한 PDF는 글자가 있는 원본으로 다시 올리기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챗봇이 계속 "일시적인 문제로 답변을 드리지 못했습니다"라고 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상태</a:t>
                      </a:r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화면 확인 → '긴급'이면 개발사에 바로 연락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8FAFC"/>
                    </a:solidFill>
                  </a:tcPr>
                </a:tc>
              </a:tr>
              <a:tr h="596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고객이 "잠시 후 다시 시도해 주세요"를 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짧은 시간에 요청이 너무 몰려 잠시 제한된 것. 잠시 뒤 정상으로 돌아옴. 계속되면 개발사에 문의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BD5E1"/>
                      </a:solidFill>
                    </a:lnL>
                    <a:lnB w="9525">
                      <a:solidFill>
                        <a:srgbClr val="CBD5E1"/>
                      </a:solidFill>
                    </a:lnB>
                    <a:lnT w="9525">
                      <a:solidFill>
                        <a:srgbClr val="CBD5E1"/>
                      </a:solidFill>
                    </a:lnT>
                    <a:lnR w="9525">
                      <a:solidFill>
                        <a:srgbClr val="CBD5E1"/>
                      </a:solidFill>
                    </a:ln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8. 문제가 생겼을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알아 두면 좋은 현재 한계와 연락처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10972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IGSC 인증 문의 챗봇 · 사용자 교육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39495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알아 두면 좋은 현재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539495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비슷한 제품의 인증 사례(인증 이력)는 관리자 화면에서 입력할 수 없고, 개발사가 직접 넣습니다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관리자를 추가하거나 빼려면 개발사에 요청해야 합니다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챗봇은 한국어 질문만 지원합니다 (외국어는 담당자에게 연결)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512064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전화 02-858-4321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이메일 igsc@igsc.kr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상담 신청 igsc.kr/contact/qna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챗봇 igsc-chatbot.vercel.app/chat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관리자 igsc-chatbot.vercel.app/admin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23559"/>
            <a:ext cx="1078991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자세한 내용은 「IGSC 챗봇 사용자 교육 매뉴얼」 PDF를 참고하세요.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CFBF1"/>
                </a:solidFill>
                <a:latin typeface="Malgun Gothic"/>
                <a:ea typeface="Malgun Gothic"/>
                <a:cs typeface="Malgun Gothic"/>
              </a:rPr>
              <a:t>질문과 의견을 자유롭게 말씀해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